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FA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577840"/>
            <a:ext cx="1645920" cy="1645920"/>
          </a:xfrm>
          <a:prstGeom prst="ellipse">
            <a:avLst/>
          </a:prstGeom>
          <a:solidFill>
            <a:srgbClr val="F7C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5303520"/>
            <a:ext cx="1097280" cy="1097280"/>
          </a:xfrm>
          <a:prstGeom prst="ellipse">
            <a:avLst/>
          </a:prstGeom>
          <a:solidFill>
            <a:srgbClr val="FF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ldery-nails-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9436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74519" y="685800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C62868"/>
                </a:solidFill>
                <a:latin typeface="Aptos"/>
              </a:rPr>
              <a:t>SULDERY NAILS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658368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600" b="1">
                <a:solidFill>
                  <a:srgbClr val="4B1D31"/>
                </a:solidFill>
                <a:latin typeface="Aptos Display"/>
              </a:rPr>
              <a:t>Instala Suldery Nails
como una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6126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>
                <a:solidFill>
                  <a:srgbClr val="7D6872"/>
                </a:solidFill>
                <a:latin typeface="Aptos"/>
              </a:rPr>
              <a:t>Una guía visual sencilla para Android y iPhone.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466344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60520"/>
            <a:ext cx="1417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34232C"/>
                </a:solidFill>
                <a:latin typeface="Aptos"/>
              </a:rPr>
              <a:t>Android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26280"/>
            <a:ext cx="3474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7D6872"/>
                </a:solidFill>
                <a:latin typeface="Aptos"/>
              </a:rPr>
              <a:t>Chrome · instalar aplicación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416052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34232C"/>
                </a:solidFill>
                <a:latin typeface="Aptos"/>
              </a:rPr>
              <a:t>iPhone / 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4526280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7D6872"/>
                </a:solidFill>
                <a:latin typeface="Aptos"/>
              </a:rPr>
              <a:t>Safari · pantalla de inicio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914400"/>
            <a:ext cx="2423160" cy="4725162"/>
          </a:xfrm>
          <a:prstGeom prst="roundRect">
            <a:avLst/>
          </a:prstGeom>
          <a:solidFill>
            <a:srgbClr val="170D12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73337" y="978408"/>
            <a:ext cx="678484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8E848A"/>
                </a:solidFill>
                <a:latin typeface="Aptos"/>
              </a:rPr>
              <a:t>•  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170432"/>
            <a:ext cx="2258568" cy="437769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170432"/>
            <a:ext cx="2258568" cy="329184"/>
          </a:xfrm>
          <a:prstGeom prst="rect">
            <a:avLst/>
          </a:prstGeom>
          <a:solidFill>
            <a:srgbClr val="FF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1207008"/>
            <a:ext cx="1400312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4B1D31"/>
                </a:solidFill>
                <a:latin typeface="Aptos"/>
              </a:rPr>
              <a:t>Suldery Nails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2393" y="1188720"/>
            <a:ext cx="36137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C62868"/>
                </a:solidFill>
                <a:latin typeface="Aptos"/>
              </a:rPr>
              <a:t>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3" y="1673352"/>
            <a:ext cx="2039111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34232C"/>
                </a:solidFill>
                <a:latin typeface="Aptos"/>
              </a:rPr>
              <a:t>Bienvenida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93023" y="2267712"/>
            <a:ext cx="2039111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2286000"/>
            <a:ext cx="1874519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Tu próxima cita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3023" y="2761488"/>
            <a:ext cx="2039111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2779776"/>
            <a:ext cx="1874519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comienza aquí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3023" y="3255264"/>
            <a:ext cx="2039111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273552"/>
            <a:ext cx="1874519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Todo en un solo lugar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510528"/>
            <a:ext cx="5486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7D6872"/>
                </a:solidFill>
                <a:latin typeface="Aptos"/>
              </a:rPr>
              <a:t>Suldery Nails · Guía visual de instalación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320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D6872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FA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577840"/>
            <a:ext cx="1645920" cy="1645920"/>
          </a:xfrm>
          <a:prstGeom prst="ellipse">
            <a:avLst/>
          </a:prstGeom>
          <a:solidFill>
            <a:srgbClr val="F7C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5303520"/>
            <a:ext cx="1097280" cy="1097280"/>
          </a:xfrm>
          <a:prstGeom prst="ellipse">
            <a:avLst/>
          </a:prstGeom>
          <a:solidFill>
            <a:srgbClr val="FF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4572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C62868"/>
                </a:solidFill>
                <a:latin typeface="Aptos"/>
              </a:rPr>
              <a:t>IPHONE / 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49808"/>
            <a:ext cx="80467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4B1D31"/>
                </a:solidFill>
                <a:latin typeface="Aptos Display"/>
              </a:rPr>
              <a:t>Instalar en iPhone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8046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7D6872"/>
                </a:solidFill>
                <a:latin typeface="Aptos"/>
              </a:rPr>
              <a:t>En iPhone el paso clave es usar Safari y añadir la web a la pantalla de inicio.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57400"/>
            <a:ext cx="2331720" cy="4546853"/>
          </a:xfrm>
          <a:prstGeom prst="roundRect">
            <a:avLst/>
          </a:prstGeom>
          <a:solidFill>
            <a:srgbClr val="170D12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6659" y="2121408"/>
            <a:ext cx="652881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8E848A"/>
                </a:solidFill>
                <a:latin typeface="Aptos"/>
              </a:rPr>
              <a:t>•  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" y="2313432"/>
            <a:ext cx="2167127" cy="419938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2313432"/>
            <a:ext cx="2167127" cy="329184"/>
          </a:xfrm>
          <a:prstGeom prst="rect">
            <a:avLst/>
          </a:prstGeom>
          <a:solidFill>
            <a:srgbClr val="FF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350008"/>
            <a:ext cx="1343619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4B1D31"/>
                </a:solidFill>
                <a:latin typeface="Aptos"/>
              </a:rPr>
              <a:t>Suldery Nails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8224" y="2331720"/>
            <a:ext cx="3467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C62868"/>
                </a:solidFill>
                <a:latin typeface="Aptos"/>
              </a:rPr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2816352"/>
            <a:ext cx="1947672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34232C"/>
                </a:solidFill>
                <a:latin typeface="Aptos"/>
              </a:rPr>
              <a:t>Safari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" y="3410712"/>
            <a:ext cx="1947672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429000"/>
            <a:ext cx="1783079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Abre Safari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" y="3904488"/>
            <a:ext cx="1947672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922776"/>
            <a:ext cx="1783079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entra a Suldery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" y="4398264"/>
            <a:ext cx="1947672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416552"/>
            <a:ext cx="1783079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Nails y carga la web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2240280"/>
            <a:ext cx="722376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76472" y="2359152"/>
            <a:ext cx="411480" cy="411480"/>
          </a:xfrm>
          <a:prstGeom prst="rect">
            <a:avLst/>
          </a:prstGeom>
          <a:solidFill>
            <a:srgbClr val="C62868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359152"/>
            <a:ext cx="63550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34232C"/>
                </a:solidFill>
                <a:latin typeface="Aptos"/>
              </a:rPr>
              <a:t>Abre Safari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154680"/>
            <a:ext cx="722376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76472" y="3273552"/>
            <a:ext cx="411480" cy="411480"/>
          </a:xfrm>
          <a:prstGeom prst="rect">
            <a:avLst/>
          </a:prstGeom>
          <a:solidFill>
            <a:srgbClr val="C62868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273552"/>
            <a:ext cx="63550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34232C"/>
                </a:solidFill>
                <a:latin typeface="Aptos"/>
              </a:rPr>
              <a:t>Entra a Suldery Nails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4160520"/>
            <a:ext cx="7223760" cy="987552"/>
          </a:xfrm>
          <a:prstGeom prst="roundRect">
            <a:avLst/>
          </a:prstGeom>
          <a:solidFill>
            <a:srgbClr val="FFF2F7"/>
          </a:solidFill>
          <a:ln w="15240">
            <a:solidFill>
              <a:srgbClr val="F0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13632" y="4370832"/>
            <a:ext cx="11430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C62868"/>
                </a:solidFill>
                <a:latin typeface="Aptos"/>
              </a:rPr>
              <a:t>Importante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4343400"/>
            <a:ext cx="53949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34232C"/>
                </a:solidFill>
                <a:latin typeface="Aptos"/>
              </a:rPr>
              <a:t>No hagas la instalación desde Chrome en iPhone.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510528"/>
            <a:ext cx="5486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7D6872"/>
                </a:solidFill>
                <a:latin typeface="Aptos"/>
              </a:rPr>
              <a:t>Suldery Nails · Guía visual de instalación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320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D687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FA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577840"/>
            <a:ext cx="1645920" cy="1645920"/>
          </a:xfrm>
          <a:prstGeom prst="ellipse">
            <a:avLst/>
          </a:prstGeom>
          <a:solidFill>
            <a:srgbClr val="F7C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5303520"/>
            <a:ext cx="1097280" cy="1097280"/>
          </a:xfrm>
          <a:prstGeom prst="ellipse">
            <a:avLst/>
          </a:prstGeom>
          <a:solidFill>
            <a:srgbClr val="FF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4572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C62868"/>
                </a:solidFill>
                <a:latin typeface="Aptos"/>
              </a:rPr>
              <a:t>IPHONE / 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49808"/>
            <a:ext cx="80467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4B1D31"/>
                </a:solidFill>
                <a:latin typeface="Aptos Display"/>
              </a:rPr>
              <a:t>Pulsa Compartir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8046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7D6872"/>
                </a:solidFill>
                <a:latin typeface="Aptos"/>
              </a:rPr>
              <a:t>Busca el botón Compartir en la barra de Safari.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2468880" cy="4814316"/>
          </a:xfrm>
          <a:prstGeom prst="roundRect">
            <a:avLst/>
          </a:prstGeom>
          <a:solidFill>
            <a:srgbClr val="170D12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6036" y="1938527"/>
            <a:ext cx="691286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8E848A"/>
                </a:solidFill>
                <a:latin typeface="Aptos"/>
              </a:rPr>
              <a:t>•  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" y="2130552"/>
            <a:ext cx="2304288" cy="44668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" y="2130552"/>
            <a:ext cx="2304288" cy="329184"/>
          </a:xfrm>
          <a:prstGeom prst="rect">
            <a:avLst/>
          </a:prstGeom>
          <a:solidFill>
            <a:srgbClr val="FF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167128"/>
            <a:ext cx="1428658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4B1D31"/>
                </a:solidFill>
                <a:latin typeface="Aptos"/>
              </a:rPr>
              <a:t>Suldery Nails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837" y="2148840"/>
            <a:ext cx="36868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C62868"/>
                </a:solidFill>
                <a:latin typeface="Aptos"/>
              </a:rPr>
              <a:t>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2633472"/>
            <a:ext cx="2084832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34232C"/>
                </a:solidFill>
                <a:latin typeface="Aptos"/>
              </a:rPr>
              <a:t>Safari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" y="3227832"/>
            <a:ext cx="2084832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246120"/>
            <a:ext cx="19202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Compartir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" y="3721608"/>
            <a:ext cx="2084832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739896"/>
            <a:ext cx="19202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Marcadores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" y="4215384"/>
            <a:ext cx="2084832" cy="356616"/>
          </a:xfrm>
          <a:prstGeom prst="roundRect">
            <a:avLst/>
          </a:prstGeom>
          <a:solidFill>
            <a:srgbClr val="FAF6F8"/>
          </a:solidFill>
          <a:ln w="15240">
            <a:solidFill>
              <a:srgbClr val="F4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233672"/>
            <a:ext cx="19202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6872"/>
                </a:solidFill>
                <a:latin typeface="Aptos"/>
              </a:rPr>
              <a:t>Añadir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1874519"/>
            <a:ext cx="690372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9080" y="2212848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34232C"/>
                </a:solidFill>
                <a:latin typeface="Aptos"/>
              </a:rPr>
              <a:t>Barra de Safari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69080" y="2834640"/>
            <a:ext cx="6217920" cy="685800"/>
          </a:xfrm>
          <a:prstGeom prst="roundRect">
            <a:avLst/>
          </a:prstGeom>
          <a:solidFill>
            <a:srgbClr val="F4F1F4"/>
          </a:solidFill>
          <a:ln w="15240">
            <a:solidFill>
              <a:srgbClr val="E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9392" y="2990088"/>
            <a:ext cx="42519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7D6872"/>
                </a:solidFill>
                <a:latin typeface="Aptos"/>
              </a:rPr>
              <a:t>🔒  suldery-nails…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2898648"/>
            <a:ext cx="47548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C62868"/>
                </a:solidFill>
                <a:latin typeface="Aptos"/>
              </a:rPr>
              <a:t>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3886200"/>
            <a:ext cx="4754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34232C"/>
                </a:solidFill>
                <a:latin typeface="Aptos"/>
              </a:rPr>
              <a:t>Toca el icono señalado.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4370832"/>
            <a:ext cx="5943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7D6872"/>
                </a:solidFill>
                <a:latin typeface="Aptos"/>
              </a:rPr>
              <a:t>Ese es el menú que contiene “Añadir a pantalla de inicio”.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510528"/>
            <a:ext cx="5486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7D6872"/>
                </a:solidFill>
                <a:latin typeface="Aptos"/>
              </a:rPr>
              <a:t>Suldery Nails · Guía visual de instalación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320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D687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FA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577840"/>
            <a:ext cx="1645920" cy="1645920"/>
          </a:xfrm>
          <a:prstGeom prst="ellipse">
            <a:avLst/>
          </a:prstGeom>
          <a:solidFill>
            <a:srgbClr val="F7C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5303520"/>
            <a:ext cx="1097280" cy="1097280"/>
          </a:xfrm>
          <a:prstGeom prst="ellipse">
            <a:avLst/>
          </a:prstGeom>
          <a:solidFill>
            <a:srgbClr val="FF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4572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C62868"/>
                </a:solidFill>
                <a:latin typeface="Aptos"/>
              </a:rPr>
              <a:t>IPHONE / 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49808"/>
            <a:ext cx="80467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4B1D31"/>
                </a:solidFill>
                <a:latin typeface="Aptos Display"/>
              </a:rPr>
              <a:t>Añadir a pantalla de inicio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8046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7D6872"/>
                </a:solidFill>
                <a:latin typeface="Aptos"/>
              </a:rPr>
              <a:t>Dentro del menú Compartir, baja hasta encontrar la opción.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5852160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176272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34232C"/>
                </a:solidFill>
                <a:latin typeface="Aptos"/>
              </a:rPr>
              <a:t>Compartir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8992" y="2788920"/>
            <a:ext cx="5257800" cy="448056"/>
          </a:xfrm>
          <a:prstGeom prst="roundRect">
            <a:avLst/>
          </a:prstGeom>
          <a:solidFill>
            <a:srgbClr val="FCF7F9"/>
          </a:solidFill>
          <a:ln w="15240">
            <a:solidFill>
              <a:srgbClr val="F1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862072"/>
            <a:ext cx="329184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C62868"/>
                </a:solidFill>
                <a:latin typeface="Aptos"/>
              </a:rPr>
              <a:t>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2852927"/>
            <a:ext cx="3566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34232C"/>
                </a:solidFill>
                <a:latin typeface="Aptos"/>
              </a:rPr>
              <a:t>Copiar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8992" y="3383279"/>
            <a:ext cx="5257800" cy="448056"/>
          </a:xfrm>
          <a:prstGeom prst="roundRect">
            <a:avLst/>
          </a:prstGeom>
          <a:solidFill>
            <a:srgbClr val="FCF7F9"/>
          </a:solidFill>
          <a:ln w="15240">
            <a:solidFill>
              <a:srgbClr val="F1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456432"/>
            <a:ext cx="329184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C62868"/>
                </a:solidFill>
                <a:latin typeface="Aptos"/>
              </a:rPr>
              <a:t>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447287"/>
            <a:ext cx="3566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34232C"/>
                </a:solidFill>
                <a:latin typeface="Aptos"/>
              </a:rPr>
              <a:t>Añadir a marcadores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8992" y="3977639"/>
            <a:ext cx="5257800" cy="448056"/>
          </a:xfrm>
          <a:prstGeom prst="roundRect">
            <a:avLst/>
          </a:prstGeom>
          <a:solidFill>
            <a:srgbClr val="FFEFF6"/>
          </a:solidFill>
          <a:ln w="15240">
            <a:solidFill>
              <a:srgbClr val="F1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4050791"/>
            <a:ext cx="329184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C62868"/>
                </a:solidFill>
                <a:latin typeface="Aptos"/>
              </a:rPr>
              <a:t>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4041648"/>
            <a:ext cx="3566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34232C"/>
                </a:solidFill>
                <a:latin typeface="Aptos"/>
              </a:rPr>
              <a:t>Añadir a pantalla de inicio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4041648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C62868"/>
                </a:solidFill>
                <a:latin typeface="Aptos"/>
              </a:rPr>
              <a:t>← toca aquí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8992" y="4572000"/>
            <a:ext cx="5257800" cy="448056"/>
          </a:xfrm>
          <a:prstGeom prst="roundRect">
            <a:avLst/>
          </a:prstGeom>
          <a:solidFill>
            <a:srgbClr val="FCF7F9"/>
          </a:solidFill>
          <a:ln w="15240">
            <a:solidFill>
              <a:srgbClr val="F1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4645152"/>
            <a:ext cx="329184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C62868"/>
                </a:solidFill>
                <a:latin typeface="Aptos"/>
              </a:rPr>
              <a:t>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4636008"/>
            <a:ext cx="3566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34232C"/>
                </a:solidFill>
                <a:latin typeface="Aptos"/>
              </a:rPr>
              <a:t>Guardar en Archivos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2560320"/>
            <a:ext cx="41605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05472" y="2679191"/>
            <a:ext cx="411480" cy="411480"/>
          </a:xfrm>
          <a:prstGeom prst="rect">
            <a:avLst/>
          </a:prstGeom>
          <a:solidFill>
            <a:srgbClr val="C62868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679191"/>
            <a:ext cx="3291839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34232C"/>
                </a:solidFill>
                <a:latin typeface="Aptos"/>
              </a:rPr>
              <a:t>Selecciona “Añadir a pantalla de inicio”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86600" y="3520440"/>
            <a:ext cx="41605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5472" y="3639312"/>
            <a:ext cx="411480" cy="411480"/>
          </a:xfrm>
          <a:prstGeom prst="rect">
            <a:avLst/>
          </a:prstGeom>
          <a:solidFill>
            <a:srgbClr val="C62868"/>
          </a:solidFill>
          <a:ln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639312"/>
            <a:ext cx="3291839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34232C"/>
                </a:solidFill>
                <a:latin typeface="Aptos"/>
              </a:rPr>
              <a:t>Confirma “Añadir”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510528"/>
            <a:ext cx="5486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7D6872"/>
                </a:solidFill>
                <a:latin typeface="Aptos"/>
              </a:rPr>
              <a:t>Suldery Nails · Guía visual de instalación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320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D687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FA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577840"/>
            <a:ext cx="1645920" cy="1645920"/>
          </a:xfrm>
          <a:prstGeom prst="ellipse">
            <a:avLst/>
          </a:prstGeom>
          <a:solidFill>
            <a:srgbClr val="F7C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5303520"/>
            <a:ext cx="1097280" cy="1097280"/>
          </a:xfrm>
          <a:prstGeom prst="ellipse">
            <a:avLst/>
          </a:prstGeom>
          <a:solidFill>
            <a:srgbClr val="FF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4572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C62868"/>
                </a:solidFill>
                <a:latin typeface="Aptos"/>
              </a:rPr>
              <a:t>IPHONE / 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49808"/>
            <a:ext cx="80467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4B1D31"/>
                </a:solidFill>
                <a:latin typeface="Aptos Display"/>
              </a:rPr>
              <a:t>Busca el icono de Suldery Nails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8046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7D6872"/>
                </a:solidFill>
                <a:latin typeface="Aptos"/>
              </a:rPr>
              <a:t>Después de confirmar, el icono queda en la pantalla de inicio.</a:t>
            </a:r>
          </a:p>
        </p:txBody>
      </p:sp>
      <p:pic>
        <p:nvPicPr>
          <p:cNvPr id="8" name="Picture 7" descr="suldery-nails-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11680"/>
            <a:ext cx="1508760" cy="1508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3703320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34232C"/>
                </a:solidFill>
                <a:latin typeface="Aptos"/>
              </a:rPr>
              <a:t>Suldery Nails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74519"/>
            <a:ext cx="6949440" cy="3520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2240280"/>
            <a:ext cx="4023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34232C"/>
                </a:solidFill>
                <a:latin typeface="Aptos"/>
              </a:rPr>
              <a:t>Pantalla de inicio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2971800"/>
            <a:ext cx="658368" cy="658368"/>
          </a:xfrm>
          <a:prstGeom prst="roundRect">
            <a:avLst/>
          </a:prstGeom>
          <a:solidFill>
            <a:srgbClr val="F6F1F4"/>
          </a:solidFill>
          <a:ln w="15240">
            <a:solidFill>
              <a:srgbClr val="EB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07608" y="2971800"/>
            <a:ext cx="658368" cy="658368"/>
          </a:xfrm>
          <a:prstGeom prst="roundRect">
            <a:avLst/>
          </a:prstGeom>
          <a:solidFill>
            <a:srgbClr val="F6F1F4"/>
          </a:solidFill>
          <a:ln w="15240">
            <a:solidFill>
              <a:srgbClr val="EB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90688" y="2971800"/>
            <a:ext cx="658368" cy="658368"/>
          </a:xfrm>
          <a:prstGeom prst="roundRect">
            <a:avLst/>
          </a:prstGeom>
          <a:solidFill>
            <a:srgbClr val="F6F1F4"/>
          </a:solidFill>
          <a:ln w="15240">
            <a:solidFill>
              <a:srgbClr val="EB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24528" y="4023360"/>
            <a:ext cx="658368" cy="658368"/>
          </a:xfrm>
          <a:prstGeom prst="roundRect">
            <a:avLst/>
          </a:prstGeom>
          <a:solidFill>
            <a:srgbClr val="F6F1F4"/>
          </a:solidFill>
          <a:ln w="15240">
            <a:solidFill>
              <a:srgbClr val="EB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07608" y="4023360"/>
            <a:ext cx="658368" cy="658368"/>
          </a:xfrm>
          <a:prstGeom prst="roundRect">
            <a:avLst/>
          </a:prstGeom>
          <a:solidFill>
            <a:srgbClr val="F6F1F4"/>
          </a:solidFill>
          <a:ln w="15240">
            <a:solidFill>
              <a:srgbClr val="EB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90688" y="4023360"/>
            <a:ext cx="658368" cy="658368"/>
          </a:xfrm>
          <a:prstGeom prst="roundRect">
            <a:avLst/>
          </a:prstGeom>
          <a:solidFill>
            <a:srgbClr val="F6F1F4"/>
          </a:solidFill>
          <a:ln w="15240">
            <a:solidFill>
              <a:srgbClr val="EB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uldery-nails-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971800"/>
            <a:ext cx="658368" cy="6583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97880" y="3675887"/>
            <a:ext cx="8412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C62868"/>
                </a:solidFill>
                <a:latin typeface="Aptos"/>
              </a:rPr>
              <a:t>Suldery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4800600"/>
            <a:ext cx="56692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D6872"/>
                </a:solidFill>
                <a:latin typeface="Aptos"/>
              </a:rPr>
              <a:t>Abre siempre Suldery desde este icono.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510528"/>
            <a:ext cx="5486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7D6872"/>
                </a:solidFill>
                <a:latin typeface="Aptos"/>
              </a:rPr>
              <a:t>Suldery Nails · Guía visual de instalación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320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D6872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FA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577840"/>
            <a:ext cx="1645920" cy="1645920"/>
          </a:xfrm>
          <a:prstGeom prst="ellipse">
            <a:avLst/>
          </a:prstGeom>
          <a:solidFill>
            <a:srgbClr val="F7C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5303520"/>
            <a:ext cx="1097280" cy="1097280"/>
          </a:xfrm>
          <a:prstGeom prst="ellipse">
            <a:avLst/>
          </a:prstGeom>
          <a:solidFill>
            <a:srgbClr val="FF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4572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C62868"/>
                </a:solidFill>
                <a:latin typeface="Aptos"/>
              </a:rPr>
              <a:t>AYUDA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49808"/>
            <a:ext cx="80467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4B1D31"/>
                </a:solidFill>
                <a:latin typeface="Aptos Display"/>
              </a:rPr>
              <a:t>¿No aparece el icono?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8046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7D6872"/>
                </a:solidFill>
                <a:latin typeface="Aptos"/>
              </a:rPr>
              <a:t>Prueba estos pasos antes de volver a instalar.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57400"/>
            <a:ext cx="50749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1832" y="2221992"/>
            <a:ext cx="475488" cy="475488"/>
          </a:xfrm>
          <a:prstGeom prst="roundRect">
            <a:avLst/>
          </a:prstGeom>
          <a:solidFill>
            <a:srgbClr val="C62868"/>
          </a:solidFill>
          <a:ln w="15240">
            <a:solidFill>
              <a:srgbClr val="C62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249424"/>
            <a:ext cx="47548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231136"/>
            <a:ext cx="31089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4232C"/>
                </a:solidFill>
                <a:latin typeface="Aptos"/>
              </a:rPr>
              <a:t>iPhone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569464"/>
            <a:ext cx="37947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7D6872"/>
                </a:solidFill>
                <a:latin typeface="Aptos"/>
              </a:rPr>
              <a:t>Usa Safari, no Chrome.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057400"/>
            <a:ext cx="50749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1112" y="2221992"/>
            <a:ext cx="475488" cy="475488"/>
          </a:xfrm>
          <a:prstGeom prst="roundRect">
            <a:avLst/>
          </a:prstGeom>
          <a:solidFill>
            <a:srgbClr val="C62868"/>
          </a:solidFill>
          <a:ln w="15240">
            <a:solidFill>
              <a:srgbClr val="C62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2249424"/>
            <a:ext cx="47548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231136"/>
            <a:ext cx="31089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4232C"/>
                </a:solidFill>
                <a:latin typeface="Aptos"/>
              </a:rPr>
              <a:t>Actualizar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569464"/>
            <a:ext cx="37947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7D6872"/>
                </a:solidFill>
                <a:latin typeface="Aptos"/>
              </a:rPr>
              <a:t>Recarga la página de Suldery y vuelve a abrir Compartir.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566160"/>
            <a:ext cx="50749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1832" y="3730752"/>
            <a:ext cx="475488" cy="475488"/>
          </a:xfrm>
          <a:prstGeom prst="roundRect">
            <a:avLst/>
          </a:prstGeom>
          <a:solidFill>
            <a:srgbClr val="C62868"/>
          </a:solidFill>
          <a:ln w="15240">
            <a:solidFill>
              <a:srgbClr val="C62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3758184"/>
            <a:ext cx="47548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739896"/>
            <a:ext cx="31089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4232C"/>
                </a:solidFill>
                <a:latin typeface="Aptos"/>
              </a:rPr>
              <a:t>Buscar opción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078224"/>
            <a:ext cx="37947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7D6872"/>
                </a:solidFill>
                <a:latin typeface="Aptos"/>
              </a:rPr>
              <a:t>Desplázate en el menú hasta “Añadir a pantalla de inicio”.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3566160"/>
            <a:ext cx="50749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11112" y="3730752"/>
            <a:ext cx="475488" cy="475488"/>
          </a:xfrm>
          <a:prstGeom prst="roundRect">
            <a:avLst/>
          </a:prstGeom>
          <a:solidFill>
            <a:srgbClr val="C62868"/>
          </a:solidFill>
          <a:ln w="15240">
            <a:solidFill>
              <a:srgbClr val="C62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3758184"/>
            <a:ext cx="47548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3739896"/>
            <a:ext cx="31089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4232C"/>
                </a:solidFill>
                <a:latin typeface="Aptos"/>
              </a:rPr>
              <a:t>Reintentar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4078224"/>
            <a:ext cx="37947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7D6872"/>
                </a:solidFill>
                <a:latin typeface="Aptos"/>
              </a:rPr>
              <a:t>Confirma “Añadir” y revisa la pantalla de inicio.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85232"/>
            <a:ext cx="104241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D6872"/>
                </a:solidFill>
                <a:latin typeface="Aptos"/>
              </a:rPr>
              <a:t>La instalación de una PWA depende del navegador y del sistema. En iPhone, Safari es la ruta recomendada.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510528"/>
            <a:ext cx="5486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7D6872"/>
                </a:solidFill>
                <a:latin typeface="Aptos"/>
              </a:rPr>
              <a:t>Suldery Nails · Guía visual de instalación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320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D687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FA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577840"/>
            <a:ext cx="1645920" cy="1645920"/>
          </a:xfrm>
          <a:prstGeom prst="ellipse">
            <a:avLst/>
          </a:prstGeom>
          <a:solidFill>
            <a:srgbClr val="F7C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5303520"/>
            <a:ext cx="1097280" cy="1097280"/>
          </a:xfrm>
          <a:prstGeom prst="ellipse">
            <a:avLst/>
          </a:prstGeom>
          <a:solidFill>
            <a:srgbClr val="FF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ldery-nails-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731520"/>
            <a:ext cx="1325880" cy="1325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23360" y="2103120"/>
            <a:ext cx="41605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600" b="1">
                <a:solidFill>
                  <a:srgbClr val="4B1D31"/>
                </a:solidFill>
                <a:latin typeface="Aptos Display"/>
              </a:rPr>
              <a:t>¡Listo!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788920"/>
            <a:ext cx="745236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0">
                <a:solidFill>
                  <a:srgbClr val="34232C"/>
                </a:solidFill>
                <a:latin typeface="Aptos"/>
              </a:rPr>
              <a:t>Ahora Suldery Nails queda a un toque
de distancia en tu teléfono.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4160520"/>
            <a:ext cx="5989320" cy="1051560"/>
          </a:xfrm>
          <a:prstGeom prst="roundRect">
            <a:avLst/>
          </a:prstGeom>
          <a:solidFill>
            <a:srgbClr val="FFF2F7"/>
          </a:solidFill>
          <a:ln w="15240">
            <a:solidFill>
              <a:srgbClr val="F0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4498848"/>
            <a:ext cx="5440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C62868"/>
                </a:solidFill>
                <a:latin typeface="Aptos"/>
              </a:rPr>
              <a:t>💕  Guarda el icono de Suldery Nails en tu pantalla de inicio.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510528"/>
            <a:ext cx="5486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7D6872"/>
                </a:solidFill>
                <a:latin typeface="Aptos"/>
              </a:rPr>
              <a:t>Suldery Nails · Guía visual de instalación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3200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D687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