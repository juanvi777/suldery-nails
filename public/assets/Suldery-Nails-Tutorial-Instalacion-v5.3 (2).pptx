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6858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62868"/>
                </a:solidFill>
                <a:latin typeface="Aptos"/>
              </a:rPr>
              <a:t>SULDERY NAILS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5836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4B1D31"/>
                </a:solidFill>
                <a:latin typeface="Aptos Display"/>
              </a:rPr>
              <a:t>Instala Suldery Nails
como una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6126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7D6872"/>
                </a:solidFill>
                <a:latin typeface="Aptos"/>
              </a:rPr>
              <a:t>Una guía visual sencilla para Android y iPhone.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46634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Chrome · instalar 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1605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iPhone / 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52628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Safari · pantalla de inicio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914400"/>
            <a:ext cx="2423160" cy="4725162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3337" y="978408"/>
            <a:ext cx="678484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170432"/>
            <a:ext cx="2258568" cy="43776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170432"/>
            <a:ext cx="225856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207008"/>
            <a:ext cx="14003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2393" y="1188720"/>
            <a:ext cx="36137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1673352"/>
            <a:ext cx="2039111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Bienvenida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3" y="2267712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Tu próxima cita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3" y="2761488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779776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comienza aquí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3255264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273552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Todo en un solo lugar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Instalar en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Usa Google Chrome para que el proceso sea más directo.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331720" cy="4546853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6659" y="2121408"/>
            <a:ext cx="652881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313432"/>
            <a:ext cx="2167127" cy="41993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313432"/>
            <a:ext cx="2167127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50008"/>
            <a:ext cx="134361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8224" y="2331720"/>
            <a:ext cx="3467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816352"/>
            <a:ext cx="19476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Suldery Nails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410712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Abre el sitio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904488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22776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en Chrome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398264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16552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y espera a que cargue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2402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3591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3591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Abre Suldery Nails en Chrome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1546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735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735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Espera a que aparezca la página completa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160520"/>
            <a:ext cx="7223760" cy="987552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4370832"/>
            <a:ext cx="914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62868"/>
                </a:solidFill>
                <a:latin typeface="Aptos"/>
              </a:rPr>
              <a:t>Consejo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343400"/>
            <a:ext cx="5669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34232C"/>
                </a:solidFill>
                <a:latin typeface="Aptos"/>
              </a:rPr>
              <a:t>No cierres Chrome mientras haces la instalación.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Abre el menú de Chrome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Toca los tres puntos para ver las opciones del navegador.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2468880" cy="4814316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6036" y="1984248"/>
            <a:ext cx="69128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176272"/>
            <a:ext cx="2304288" cy="44668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76272"/>
            <a:ext cx="230428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12848"/>
            <a:ext cx="142865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837" y="2194560"/>
            <a:ext cx="36868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679191"/>
            <a:ext cx="208483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Menú de Chrome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273552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Compartir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767328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85615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Descargar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261104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79392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Instalar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874519"/>
            <a:ext cx="68122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13055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Menú de Chrome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743200"/>
            <a:ext cx="62636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2862072"/>
            <a:ext cx="38404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C62868"/>
                </a:solidFill>
                <a:latin typeface="Aptos"/>
              </a:rPr>
              <a:t>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83464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34232C"/>
                </a:solidFill>
                <a:latin typeface="Aptos"/>
              </a:rPr>
              <a:t>Compartir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3520440"/>
            <a:ext cx="6263640" cy="566928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3639312"/>
            <a:ext cx="38404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C62868"/>
                </a:solidFill>
                <a:latin typeface="Aptos"/>
              </a:rPr>
              <a:t>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61188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Instalar aplicación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61188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← busca esta opción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297680"/>
            <a:ext cx="6263640" cy="566928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416552"/>
            <a:ext cx="38404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C62868"/>
                </a:solidFill>
                <a:latin typeface="Aptos"/>
              </a:rPr>
              <a:t>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38912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34232C"/>
                </a:solidFill>
                <a:latin typeface="Aptos"/>
              </a:rPr>
              <a:t>Añadir a pantalla principal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Confirma la instalación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El nombre puede variar: “Instalar aplicación” o “Añadir a pantalla principal”.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4864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04288"/>
            <a:ext cx="4572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34232C"/>
                </a:solidFill>
                <a:latin typeface="Aptos"/>
              </a:rPr>
              <a:t>¿Instalar Suldery Nails?</a:t>
            </a:r>
          </a:p>
        </p:txBody>
      </p:sp>
      <p:pic>
        <p:nvPicPr>
          <p:cNvPr id="10" name="Picture 9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83464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3886200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4389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7D6872"/>
                </a:solidFill>
                <a:latin typeface="Aptos"/>
              </a:rPr>
              <a:t>Toca “Instalar” y espera unos segundos.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46888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5877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8775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Confirma “Instalar”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42900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54787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54787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Espera a que aparezca el icono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38912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450799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0799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Abre la app desde el nuevo icono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Instalar en iPhone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En iPhone el paso clave es usar Safari y añadir la web a la pantalla de inicio.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331720" cy="4546853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6659" y="2121408"/>
            <a:ext cx="652881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313432"/>
            <a:ext cx="2167127" cy="41993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313432"/>
            <a:ext cx="2167127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50008"/>
            <a:ext cx="134361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8224" y="2331720"/>
            <a:ext cx="3467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816352"/>
            <a:ext cx="19476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Safari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410712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Abre Safari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904488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22776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entra a Suldery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398264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16552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Nails y carga la web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2402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3591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3591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Abre Safari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1546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735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735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Entra a Suldery Nails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160520"/>
            <a:ext cx="7223760" cy="987552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4370832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62868"/>
                </a:solidFill>
                <a:latin typeface="Aptos"/>
              </a:rPr>
              <a:t>Importante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43400"/>
            <a:ext cx="5394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34232C"/>
                </a:solidFill>
                <a:latin typeface="Aptos"/>
              </a:rPr>
              <a:t>No hagas la instalación desde Chrome en iPhone.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Pulsa Compartir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Busca el botón Compartir en la barra de Safari.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468880" cy="4814316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6036" y="1938527"/>
            <a:ext cx="69128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130552"/>
            <a:ext cx="2304288" cy="44668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30552"/>
            <a:ext cx="230428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167128"/>
            <a:ext cx="142865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837" y="2148840"/>
            <a:ext cx="36868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633472"/>
            <a:ext cx="208483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Safari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227832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46120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Compartir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721608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39896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Marcadores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215384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33672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Añadir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1874519"/>
            <a:ext cx="69037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2212848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Barra de Safari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2834640"/>
            <a:ext cx="6217920" cy="685800"/>
          </a:xfrm>
          <a:prstGeom prst="roundRect">
            <a:avLst/>
          </a:prstGeom>
          <a:solidFill>
            <a:srgbClr val="F4F1F4"/>
          </a:solidFill>
          <a:ln w="15240">
            <a:solidFill>
              <a:srgbClr val="E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2990088"/>
            <a:ext cx="4251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🔒  suldery-nails…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898648"/>
            <a:ext cx="47548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C62868"/>
                </a:solidFill>
                <a:latin typeface="Aptos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8620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34232C"/>
                </a:solidFill>
                <a:latin typeface="Aptos"/>
              </a:rPr>
              <a:t>Toca el icono señalado.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370832"/>
            <a:ext cx="5943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Ese es el menú que contiene “Añadir a pantalla de inicio”.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Añadir a pantalla de inicio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Dentro del menú Compartir, baja hasta encontrar la opción.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8521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176272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4232C"/>
                </a:solidFill>
                <a:latin typeface="Aptos"/>
              </a:rPr>
              <a:t>Compartir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2788920"/>
            <a:ext cx="5257800" cy="448056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862072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852927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4232C"/>
                </a:solidFill>
                <a:latin typeface="Aptos"/>
              </a:rPr>
              <a:t>Copiar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383279"/>
            <a:ext cx="5257800" cy="448056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456432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447287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4232C"/>
                </a:solidFill>
                <a:latin typeface="Aptos"/>
              </a:rPr>
              <a:t>Añadir a marcadores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" y="3977639"/>
            <a:ext cx="5257800" cy="448056"/>
          </a:xfrm>
          <a:prstGeom prst="roundRect">
            <a:avLst/>
          </a:prstGeom>
          <a:solidFill>
            <a:srgbClr val="FFEFF6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050791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041648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4232C"/>
                </a:solidFill>
                <a:latin typeface="Aptos"/>
              </a:rPr>
              <a:t>Añadir a pantalla de inicio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04164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C62868"/>
                </a:solidFill>
                <a:latin typeface="Aptos"/>
              </a:rPr>
              <a:t>← toca aquí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" y="4572000"/>
            <a:ext cx="5257800" cy="448056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645152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636008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4232C"/>
                </a:solidFill>
                <a:latin typeface="Aptos"/>
              </a:rPr>
              <a:t>Guardar en Archivos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56032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2679191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679191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Selecciona “Añadir a pantalla de inicio”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52044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363931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3931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Confirma “Añadir”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Busca el icono de Suldery Nails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Después de confirmar, el icono queda en la pantalla de inicio.</a:t>
            </a:r>
          </a:p>
        </p:txBody>
      </p:sp>
      <p:pic>
        <p:nvPicPr>
          <p:cNvPr id="8" name="Picture 7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15087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370332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34232C"/>
                </a:solidFill>
                <a:latin typeface="Aptos"/>
              </a:rPr>
              <a:t>Suldery Nails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694944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240280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4232C"/>
                </a:solidFill>
                <a:latin typeface="Aptos"/>
              </a:rPr>
              <a:t>Pantalla de inicio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97180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7608" y="297180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90688" y="297180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24528" y="402336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07608" y="402336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90688" y="402336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971800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97880" y="3675887"/>
            <a:ext cx="8412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C62868"/>
                </a:solidFill>
                <a:latin typeface="Aptos"/>
              </a:rPr>
              <a:t>Suldery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800600"/>
            <a:ext cx="5669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D6872"/>
                </a:solidFill>
                <a:latin typeface="Aptos"/>
              </a:rPr>
              <a:t>Abre siempre Suldery desde este icono.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AYUDA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¿No aparece el icono?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Prueba estos pasos antes de volver a instalar.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22199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4942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3113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iPhone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946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Usa Safari, no Chrome.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1112" y="222199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24942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3113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Actualizar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56946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Recarga la página de Suldery y vuelve a abrir Compartir.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" y="373075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75818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3989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Buscar opción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7822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Desplázate en el menú hasta “Añadir a pantalla de inicio”.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6616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11112" y="373075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75818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73989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Reintentar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7822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Confirma “Añadir” y revisa la pantalla de inicio.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10424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D6872"/>
                </a:solidFill>
                <a:latin typeface="Aptos"/>
              </a:rPr>
              <a:t>La instalación de una PWA depende del navegador y del sistema. En iPhone, Safari es la ruta recomendada.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73152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2103120"/>
            <a:ext cx="4160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4B1D31"/>
                </a:solidFill>
                <a:latin typeface="Aptos Display"/>
              </a:rPr>
              <a:t>¡Listo!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788920"/>
            <a:ext cx="74523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>
                <a:solidFill>
                  <a:srgbClr val="34232C"/>
                </a:solidFill>
                <a:latin typeface="Aptos"/>
              </a:rPr>
              <a:t>Ahora Suldery Nails queda a un toque
de distancia en tu teléfono.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160520"/>
            <a:ext cx="5989320" cy="1051560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498848"/>
            <a:ext cx="5440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C62868"/>
                </a:solidFill>
                <a:latin typeface="Aptos"/>
              </a:rPr>
              <a:t>💕  Guarda el icono de Suldery Nails en tu pantalla de inicio.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